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Helvetica Neue"/>
              </a:rPr>
              <a:t>Agentic AI: From Chatbot to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Helvetica Neue"/>
              </a:rPr>
              <a:t>A 50-minute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What did you just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[show terminal output from opening demo]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Chatbot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You are the agent. The LLM reacts.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481328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7CE8A0"/>
                </a:solidFill>
                <a:latin typeface="Courier New"/>
              </a:rPr>
              <a:t>[ You ] ──── question ────► [ LLM ]
[ You ] ◄─── answer ──────  [ LLM ]
[ You ] ──── question ────► [ LLM ]
[ You ] ◄─── answer ──────  [ LLM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Agent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529584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255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CE8A0"/>
                </a:solidFill>
                <a:latin typeface="Courier New"/>
              </a:rPr>
              <a:t>PERCEIVE
    (task + context)
           │
           ▼
        REASON          ◄───┐
     (LLM decides)          │
           │                │
           ▼                │
          ACT           OBSERVE
     (tool call)    (tool result back)
           │                │
           └────────────────┘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LLM is a reasoning step, not a runtime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AA"/>
                </a:solidFill>
                <a:latin typeface="Helvetica Neue"/>
              </a:rPr>
              <a:t>The intern never touched the keyboard.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CE8A0"/>
                </a:solidFill>
                <a:latin typeface="Helvetica Neue"/>
              </a:rPr>
              <a:t>Smart 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Reads the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Writes "please search X"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Reads the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Writes "save this summary"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Writes "done"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CE8A0"/>
                </a:solidFill>
                <a:latin typeface="Helvetica Neue"/>
              </a:rPr>
              <a:t>Your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Sends the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Runs the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Returns the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Saves the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Stops the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Three properties of an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CE8A0"/>
                </a:solidFill>
                <a:latin typeface="Helvetica Neue"/>
              </a:rPr>
              <a:t>AUTONOMY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AAAA"/>
                </a:solidFill>
                <a:latin typeface="Helvetica Neue"/>
              </a:rPr>
              <a:t>completes sub-tasks without step-by-step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CE8A0"/>
                </a:solidFill>
                <a:latin typeface="Helvetica Neue"/>
              </a:rPr>
              <a:t>TOOL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474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AAAA"/>
                </a:solidFill>
                <a:latin typeface="Helvetica Neue"/>
              </a:rPr>
              <a:t>can reach outside the model — search, write, call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CE8A0"/>
                </a:solidFill>
                <a:latin typeface="Helvetica Neue"/>
              </a:rP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474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AAAA"/>
                </a:solidFill>
                <a:latin typeface="Helvetica Neue"/>
              </a:rPr>
              <a:t>carries context across multiple reasoning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Why is this possible now?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Before (2022): parse free text and hope.
After (2023+): structured JSON — reliable, parseable, automatable.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71323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7CE8A0"/>
                </a:solidFill>
                <a:latin typeface="Courier New"/>
              </a:rPr>
              <a:t>{ "tool": "search_web", "query": "agentic AI"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Demo 1: The Reasoning Illusion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Can Claude complete a multi-step task... without tools?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Reasoning ≠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Very smart autocomplete. Nothing more.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99339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7CE8A0"/>
                </a:solidFill>
                <a:latin typeface="Courier New"/>
              </a:rPr>
              <a:t>[✓] Reasoned about the task
[✓] Generated a plan
[✓] Wrote 'search results' (hallucinated)
[✗] Searched anything
[✗] Saved any file
[✗] Completed the task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Demo 2: Giving the Model Hands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What happens when Claude knows it has tools?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99339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CE8A0"/>
                </a:solidFill>
                <a:latin typeface="Courier New"/>
              </a:rPr>
              <a:t>You have access to these tools:
- search_web(query: str)
- save_note(text: str, filename: str)
When you want to use a tool, respond with:
TOOL_CALL: tool_name(arg1, arg2)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Tool use is structured conversation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You just played the role of agent.py.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99339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CE8A0"/>
                </a:solidFill>
                <a:latin typeface="Courier New"/>
              </a:rPr>
              <a:t>You:     "Research agentic AI and save a summary."
Claude:  TOOL_CALL: search_web("agentic AI definition")
You:     [result: "Agentic AI refers to..."]
Claude:  TOOL_CALL: save_note("• Point 1...", "summary.txt")
You:     [result: "Saved to notes/summary.txt"]
Claude:  "Done. Summary saved."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Demo 3: The Full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Now the code plays the role you just played.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71323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7CE8A0"/>
                </a:solidFill>
                <a:latin typeface="Courier New"/>
              </a:rPr>
              <a:t>python agent.py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Tool Menu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The description is read by the model, not the computer.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2761488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2487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CE8A0"/>
                </a:solidFill>
                <a:latin typeface="Courier New"/>
              </a:rPr>
              <a:t>TOOLS = [{
    "name": "search_web",
    "description": "Search DuckDuckGo and return a summary.",
    "input_schema": {
        "properties": {
            "query": {"type": "string"}
        }
    }
}]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Whole Agent — 15 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Everything else is plumbing.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2761488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2487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CE8A0"/>
                </a:solidFill>
                <a:latin typeface="Courier New"/>
              </a:rPr>
              <a:t>while iteration &lt; MAX_ITERATIONS:
    response = client.messages.create(
        model=MODEL, tools=TOOLS, messages=messages
    )
    if response.stop_reason == 'end_turn':
        break
    if response.stop_reason == 'tool_use':
        result = execute_tool(tool_call)
        messages.append(tool_result)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One agent is just the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Specialists. Parallelism. One agent checks another.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481328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7CE8A0"/>
                </a:solidFill>
                <a:latin typeface="Courier New"/>
              </a:rPr>
              <a:t>[Orchestrator]
        /       |       \
[Research]  [Critic]  [Writer]
   agent      agent     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Three things to watch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The loop is the same. The tools get more powerful.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225296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CE8A0"/>
                </a:solidFill>
                <a:latin typeface="Courier New"/>
              </a:rPr>
              <a:t>⏳  Long-horizon tasks — agents that run for hours
🖥️  Computer use — agents that control a browser or desktop
🤝  Agent-to-agent protocols — agents from different companies collaborating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Your 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Running in under 10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99339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7CE8A0"/>
                </a:solidFill>
                <a:latin typeface="Courier New"/>
              </a:rPr>
              <a:t>git clone https://github.com/belmont-bhagat/daisy-workshop.git
cd daisy-workshop/repo
python -m venv .venv &amp;&amp; source .venv/bin/activate
pip install -r requirements.txt
cp .env.example .env  # then add your API key
python agent.py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• What task would you want to automate with an agent?
• What could go wrong if an agent had too many powerful tools?
• How would you test an agent?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